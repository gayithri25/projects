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E62F-E053-D195-2D57-C3257AAAB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28A0F-C76A-A0C8-D07C-3FE34C6DB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F26DF-89F9-B0D4-B996-05F5A16D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D165A-06AB-4637-3CDE-361360DD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0218E-0A38-5122-71F6-1CA5A86F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22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BC0BC-61B6-FCE7-4A46-ED11F5A5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7341F-1CCA-D163-27F4-D61130485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010C-C6EF-16C1-27BA-EFDCEFBF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C7055-3D4C-74C5-2F4F-F7FADCF1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12FA3-EE87-720E-22C2-8117F4AD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62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3431-5192-AE86-D02C-FA4A35A1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9BCAF-A9C5-3648-614D-7A643257D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F40C-A67F-C261-FDFD-1206AA42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8E04-047A-F182-F0C9-FE0F1C1E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56166-C823-24A6-B3B9-1D8B9013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84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2B45-98DF-2630-3820-4BF21BDB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132C0-6C0B-7FAE-EF52-D93027139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A8CA1-0D40-7E81-6D19-40450E744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69E2B-6439-6E24-CA6A-053F64E6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6059F-1DC5-04B2-5FC5-998552E0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4BF12-25E2-ED7A-6B79-D7DEAD9A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9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5D3C-3EE2-12DA-6A94-9CEA037C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42437-BAC3-7E91-D9D6-F02D54F65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74866-A0B9-49A5-62DB-F77EE50C2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94C41-07E2-5F86-A7A6-4EA2325B5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B7345B-A2AF-E200-B13A-CBEA69C3C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C3074-DA8A-01CA-9094-3AF3CC32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BA05F-B126-493F-4AE5-C4987F8C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F5D63-E7F9-B3CF-9949-5E156C66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1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6744-6D27-092C-8753-0F4C1045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60CF3-C455-8F50-AB42-AE636ED5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77850-44DD-6460-1EEB-C5FC0F4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9F0AF-0524-763D-31A4-A6EE7CEC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6B6EC-AD41-40CA-A702-5ACC13BB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4CFC-E20B-9D8C-2D7D-578004D8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8398D-DD33-5E29-6776-67724C24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57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3DC2-8D50-F1A2-A8AB-B5D698B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4D157-A066-6559-9253-FDBEBC10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6F78C-BEF6-8C7A-878C-2AA9CC263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FF910-B684-A145-6838-A1EF9C13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51B16-65CF-E8A2-1C28-E3098130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A8045-4A64-BAF6-DBD4-5DB34016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07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24F6-1F93-BC6D-22A8-8FDA40E2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AD4DA-E3B3-1FBB-E76F-9A4BEDC5A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698C-BA30-5024-B008-FF7493BDC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2D247-D68F-9750-D587-1A4545CC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F805B-17AB-BB45-B444-2B2CEA47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A691-5B6E-FFDD-F397-F7EAD8A9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62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98BD-CF49-73A2-1716-88F11322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3733C-DF58-1098-4E6C-39EB04E88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6184D-5EE3-BCBA-C2D6-C3FC9B1E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95AD1-015D-8418-931A-8892EB32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F904-9A0A-7213-BEF3-C752E6DF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17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36254-B31E-57A3-609B-52AA9A983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ABD68-27C0-C98F-BEBC-5FA4BCE56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4D04-7D76-E7C9-7DB7-32C0DE463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34FE4-5800-71C7-E65E-52A296B4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C5846-79BF-695E-D4E4-08BC0D2B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6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25D1C-CC34-6AE5-680C-81E07FCB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9796-E377-CAB3-5B44-24EC257D7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401F3-4CCF-97EB-1B4F-FDF954175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1BDBF-D618-42A7-B9D8-B6E6A6C95C5A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8DF53-0935-6528-A47C-DF085C23F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CDCC5-7F7B-DB26-366E-96F3F9171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AE59F-CC89-4136-872C-DCBA0EEB5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3F16738-2734-7BCC-B83E-7D72FE060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8" y="1"/>
            <a:ext cx="1357842" cy="116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CCF53-CD69-EFC0-41D5-CC9CBF64FACD}"/>
              </a:ext>
            </a:extLst>
          </p:cNvPr>
          <p:cNvSpPr txBox="1"/>
          <p:nvPr/>
        </p:nvSpPr>
        <p:spPr>
          <a:xfrm>
            <a:off x="330200" y="1015032"/>
            <a:ext cx="11514668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Anoud- Anoud Technologies LLC MENA-headquartered</a:t>
            </a:r>
            <a:r>
              <a:rPr lang="en-IN" dirty="0"/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InsurTech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insurance core systems and digital solutions , around 2020 via QIC–Swiss Re collaboration.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my Role- I work closely with business requirements to ensure the system aligns with real-world insurance workflows.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Anoud+ Product- Anoud is an end-to-end digital insurance platform that streamlines operations, offering high-speed performance and platform independence across both Android and iOS.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Anoud+ consists of Core Solutions for insurance operations and Digital Solutions for analytics and business support.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of Anoud: Anoud Technologies provides solutions to insurance companies globally, especially in the MENA region, Europe, and the Caribbean, enabling them to efficiently manage their business through the Anoud+ platform.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QIC : In the Qatar Insurance Company (QIC) application, different user roles such as admin, user, and employee access modules like underwriting, reports, and claims to manage policies and process customer claims efficiently.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Policies : Anoud+ supports multiple insurance policies such as motor insurance (including comprehensive and third-party), medical, life, travel, corporate, property, and liability insurance. These policies are configurable based on client requirements.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03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J</dc:creator>
  <cp:lastModifiedBy>Shalini J</cp:lastModifiedBy>
  <cp:revision>1</cp:revision>
  <dcterms:created xsi:type="dcterms:W3CDTF">2026-03-26T18:11:44Z</dcterms:created>
  <dcterms:modified xsi:type="dcterms:W3CDTF">2026-03-26T18:11:52Z</dcterms:modified>
</cp:coreProperties>
</file>